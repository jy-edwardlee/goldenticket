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B6D96-C05C-8144-9F06-04EF39D69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DBB322-F3F0-C32A-7114-00747892C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71121E-C01A-788A-0D36-070BB79A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3455B1-63F5-A242-AFE4-D9663810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D6296-F9DE-7FE9-CE91-B0CB5F4C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70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4DE15-5EFF-36C7-7723-D8964B48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626CAD-134B-6990-F65D-7840A6592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6B435-7770-7F7A-3172-589A953F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62E87-45E4-003B-4C5B-98AF17B5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933C0-403F-6A66-72A7-0F8FC72C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51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12B84-BB19-77BB-CF59-2D9B51BF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D1A2FE-0F77-061D-77BF-7BE961595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0F4A4-28EC-98DE-16A1-1739D423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8C826-C70E-522C-A16B-E27A51DA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6E9DF-51B4-1E15-77CD-271B4639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49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88888-FD7A-2A18-07C4-F22521DE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455E0-0E8A-243F-1695-69B18A74C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C6E307-18BE-9294-9847-16B21A862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0C9841-D799-C222-7131-D0F67CAC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B8A2D-1F0D-EA27-D580-EBFBE2AE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5EDF-1B57-2838-7E94-A9B0A765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81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71145-CC83-504A-6101-3EF9BC35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FEA11-AF4A-5FDB-1832-AB19BC9D6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29BE4F-CBD7-F3D6-8B64-B98C3D65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DD6281-B77D-D626-A297-E720E7D21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BF6BAE-1CD3-6D49-0C2E-283E39EE5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1CE2D0-AFAC-899D-EA7D-EF9ECC5E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4D052C-0A4D-39D9-560F-140307CE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AB44A3-24A5-F743-BE44-CBC02227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62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A47F9-F116-1D3F-8D63-CE322098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D152F7-6ED6-FE47-7A21-1D5DF664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3D1AED-0082-F2FA-CDAB-A15BCF39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58D0E5-FEEC-AC30-5AC0-6D36008B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BABBD1-BBB7-46BC-B8D2-3C504895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09000D-92F5-1D61-6DF9-1AC10059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9D10B5-BD0F-B8A4-91A1-08E028BA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5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B2DCC-E406-3CC0-0F9C-775F6795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9E2EE-42DD-DB2B-983D-5DF874F6F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A86734-401C-1632-97E6-AFCAF5FCE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9964AB-7820-5EAA-139B-599F169D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B9AAEA-CE66-362D-ED3F-2619CFBB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ABFFFD-721D-2AF3-712C-4B924F48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92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79242-AEEE-BF9C-D4DA-EEE4364F2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0C6DDC-9FA8-0BA6-AF94-5B59D85AB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6E594B-CB1A-EE73-3F5F-AC8999191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F97B47-2461-0DBD-AF2F-EB17913B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7DA0B7-C5FE-DF49-CDEA-24EDF57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FE7B9B-074F-0E4A-1333-7D569147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77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DA000-701F-E95E-EB0B-61B7664C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E97F55-890B-5D6E-075E-BF70E61B1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4D9D04-4EE7-D1F7-BD6E-3CEB89A5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DC28CD-841F-3A59-E90E-B8B538A8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E3F913-8F73-7C59-030D-9932F7CA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05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D579D0-BADA-30D4-A640-190217518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B40F6A-C63F-3C0F-A8E2-231B603E8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966C2-A9DB-1486-3B7C-2D283175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AF1BBA-50A2-8418-456B-B91BC814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61130-568B-D70D-0111-76BBF9D1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68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375922-5569-76C6-472F-76D535FC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A0D062-9DD4-E781-1964-6A6FCAB6C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FD608-F5CF-40C7-33FC-33F7D0436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635C7-2D8F-4DF8-9D59-5BE57D1A5E76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993979-9A2F-BAFC-1479-C1E29BB97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FA077-6CEF-7148-EA3D-6555CD052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E5167-756A-4A4D-A5FC-0E413E49E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17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cketbay.co.kr/guide-pin/baseball/interpark-mobil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FA7B-9FC4-E9AA-0EEF-46440431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B85142-B955-BF7F-6B54-D228D8C8A5C5}"/>
              </a:ext>
            </a:extLst>
          </p:cNvPr>
          <p:cNvSpPr/>
          <p:nvPr/>
        </p:nvSpPr>
        <p:spPr>
          <a:xfrm>
            <a:off x="611163" y="2342482"/>
            <a:ext cx="5584045" cy="10366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FEA66-DA3D-5918-8AC7-6AFFD66E4408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/>
              <a:t>인터파크</a:t>
            </a:r>
            <a:endParaRPr lang="en-US" altLang="ko-KR" sz="2600" b="1" dirty="0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43DE6158-ED23-40B0-30EB-8D8E1DA023EF}"/>
              </a:ext>
            </a:extLst>
          </p:cNvPr>
          <p:cNvSpPr txBox="1"/>
          <p:nvPr/>
        </p:nvSpPr>
        <p:spPr>
          <a:xfrm>
            <a:off x="248803" y="918945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u="sng" dirty="0">
                <a:solidFill>
                  <a:schemeClr val="accent4"/>
                </a:solidFill>
              </a:rPr>
              <a:t>두산</a:t>
            </a:r>
            <a:r>
              <a:rPr lang="en-US" altLang="ko-KR" u="sng" dirty="0">
                <a:solidFill>
                  <a:schemeClr val="accent4"/>
                </a:solidFill>
              </a:rPr>
              <a:t>, </a:t>
            </a:r>
            <a:r>
              <a:rPr lang="ko-KR" altLang="en-US" u="sng" dirty="0">
                <a:solidFill>
                  <a:schemeClr val="accent4"/>
                </a:solidFill>
              </a:rPr>
              <a:t>키움 </a:t>
            </a:r>
            <a:r>
              <a:rPr lang="en-US" altLang="ko-KR" u="sng" dirty="0">
                <a:solidFill>
                  <a:schemeClr val="accent4"/>
                </a:solidFill>
              </a:rPr>
              <a:t>(</a:t>
            </a:r>
            <a:r>
              <a:rPr lang="ko-KR" altLang="en-US" u="sng" dirty="0">
                <a:solidFill>
                  <a:schemeClr val="accent4"/>
                </a:solidFill>
              </a:rPr>
              <a:t>모바일</a:t>
            </a:r>
            <a:r>
              <a:rPr lang="en-US" altLang="ko-KR" u="sng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D68FD-3C4B-5C85-3AC6-68E6E7333BC2}"/>
              </a:ext>
            </a:extLst>
          </p:cNvPr>
          <p:cNvSpPr txBox="1"/>
          <p:nvPr/>
        </p:nvSpPr>
        <p:spPr>
          <a:xfrm>
            <a:off x="925452" y="2711814"/>
            <a:ext cx="210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티켓 보내기</a:t>
            </a:r>
            <a:r>
              <a:rPr lang="en-US" altLang="ko-KR" dirty="0"/>
              <a:t>]</a:t>
            </a:r>
            <a:r>
              <a:rPr lang="ko-KR" altLang="en-US" dirty="0"/>
              <a:t> 버튼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BB4D1-4773-106B-D72B-F8DBACDB11D6}"/>
              </a:ext>
            </a:extLst>
          </p:cNvPr>
          <p:cNvSpPr txBox="1"/>
          <p:nvPr/>
        </p:nvSpPr>
        <p:spPr>
          <a:xfrm>
            <a:off x="3661831" y="2676126"/>
            <a:ext cx="2486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PIN </a:t>
            </a:r>
            <a:r>
              <a:rPr lang="ko-KR" altLang="en-US" dirty="0"/>
              <a:t>번호</a:t>
            </a:r>
            <a:r>
              <a:rPr lang="en-US" altLang="ko-KR" dirty="0"/>
              <a:t> </a:t>
            </a:r>
            <a:r>
              <a:rPr lang="ko-KR" altLang="en-US" dirty="0"/>
              <a:t>문자로 수령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9F025A-4950-7AC6-BCAF-97E07FAC1A4D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BE535D8-64C6-EEBD-9CAC-1E98D9BBEE7E}"/>
              </a:ext>
            </a:extLst>
          </p:cNvPr>
          <p:cNvSpPr/>
          <p:nvPr/>
        </p:nvSpPr>
        <p:spPr>
          <a:xfrm>
            <a:off x="3094877" y="2784380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2BF84-2972-1A8D-1C55-5967035FB581}"/>
              </a:ext>
            </a:extLst>
          </p:cNvPr>
          <p:cNvSpPr txBox="1"/>
          <p:nvPr/>
        </p:nvSpPr>
        <p:spPr>
          <a:xfrm>
            <a:off x="2849188" y="19719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인터파크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0C9F791-99D7-8A22-198C-12C37B7C177C}"/>
              </a:ext>
            </a:extLst>
          </p:cNvPr>
          <p:cNvSpPr/>
          <p:nvPr/>
        </p:nvSpPr>
        <p:spPr>
          <a:xfrm>
            <a:off x="7596147" y="2336629"/>
            <a:ext cx="3911262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46ADF-520D-6015-89CD-B3A6EBCAC8DF}"/>
              </a:ext>
            </a:extLst>
          </p:cNvPr>
          <p:cNvSpPr txBox="1"/>
          <p:nvPr/>
        </p:nvSpPr>
        <p:spPr>
          <a:xfrm>
            <a:off x="9097694" y="2676126"/>
            <a:ext cx="165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/>
              <a:t>PIN</a:t>
            </a:r>
            <a:r>
              <a:rPr lang="en-US" altLang="ko-KR" dirty="0"/>
              <a:t> </a:t>
            </a:r>
            <a:r>
              <a:rPr lang="ko-KR" altLang="en-US" dirty="0"/>
              <a:t>전달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12886E-52D0-2554-12AD-489C61DDB353}"/>
              </a:ext>
            </a:extLst>
          </p:cNvPr>
          <p:cNvSpPr txBox="1"/>
          <p:nvPr/>
        </p:nvSpPr>
        <p:spPr>
          <a:xfrm>
            <a:off x="8997780" y="19393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CAE73D1-D870-23F8-B36E-AD59FCFFDEE5}"/>
              </a:ext>
            </a:extLst>
          </p:cNvPr>
          <p:cNvSpPr/>
          <p:nvPr/>
        </p:nvSpPr>
        <p:spPr>
          <a:xfrm>
            <a:off x="6699432" y="2781968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BA82A-433B-5354-9656-2DEDFE101CD7}"/>
              </a:ext>
            </a:extLst>
          </p:cNvPr>
          <p:cNvSpPr txBox="1"/>
          <p:nvPr/>
        </p:nvSpPr>
        <p:spPr>
          <a:xfrm>
            <a:off x="248803" y="3850734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60E71D9-2911-5902-BA74-AC0D34175863}"/>
              </a:ext>
            </a:extLst>
          </p:cNvPr>
          <p:cNvSpPr/>
          <p:nvPr/>
        </p:nvSpPr>
        <p:spPr>
          <a:xfrm>
            <a:off x="611163" y="4840008"/>
            <a:ext cx="3570312" cy="10356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F5615D-8E09-981B-0A22-0BE65C19E9BB}"/>
              </a:ext>
            </a:extLst>
          </p:cNvPr>
          <p:cNvSpPr txBox="1"/>
          <p:nvPr/>
        </p:nvSpPr>
        <p:spPr>
          <a:xfrm>
            <a:off x="1851165" y="5202576"/>
            <a:ext cx="165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/>
              <a:t>PIN </a:t>
            </a:r>
            <a:r>
              <a:rPr lang="ko-KR" altLang="en-US" b="1" u="sng" dirty="0"/>
              <a:t>수령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B33FBC-0309-2460-D96D-0C56900FADD6}"/>
              </a:ext>
            </a:extLst>
          </p:cNvPr>
          <p:cNvSpPr txBox="1"/>
          <p:nvPr/>
        </p:nvSpPr>
        <p:spPr>
          <a:xfrm>
            <a:off x="1851165" y="44644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D6D3117-4B33-ACE9-8E4E-954356A546EB}"/>
              </a:ext>
            </a:extLst>
          </p:cNvPr>
          <p:cNvSpPr/>
          <p:nvPr/>
        </p:nvSpPr>
        <p:spPr>
          <a:xfrm>
            <a:off x="4947674" y="5275822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D4FF6F2-6311-9D08-2317-1512ACB14E60}"/>
              </a:ext>
            </a:extLst>
          </p:cNvPr>
          <p:cNvSpPr/>
          <p:nvPr/>
        </p:nvSpPr>
        <p:spPr>
          <a:xfrm>
            <a:off x="5804568" y="4833737"/>
            <a:ext cx="5776269" cy="10366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066589-0B47-EA74-70D0-264B6D91709F}"/>
              </a:ext>
            </a:extLst>
          </p:cNvPr>
          <p:cNvSpPr txBox="1"/>
          <p:nvPr/>
        </p:nvSpPr>
        <p:spPr>
          <a:xfrm>
            <a:off x="6031098" y="5202576"/>
            <a:ext cx="210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PIN </a:t>
            </a:r>
            <a:r>
              <a:rPr lang="ko-KR" altLang="en-US" dirty="0"/>
              <a:t>번호 등록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5BD64-806A-D1EE-2436-29631CACF7BC}"/>
              </a:ext>
            </a:extLst>
          </p:cNvPr>
          <p:cNvSpPr txBox="1"/>
          <p:nvPr/>
        </p:nvSpPr>
        <p:spPr>
          <a:xfrm>
            <a:off x="8346648" y="5206672"/>
            <a:ext cx="320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입장용 바코드</a:t>
            </a:r>
            <a:r>
              <a:rPr lang="en-US" altLang="ko-KR" b="1" u="sng" dirty="0"/>
              <a:t>/QR </a:t>
            </a:r>
            <a:r>
              <a:rPr lang="ko-KR" altLang="en-US" b="1" u="sng" dirty="0"/>
              <a:t>코드 생성</a:t>
            </a: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F1A0B5C4-F081-8C09-2CD9-73FEA3D96F11}"/>
              </a:ext>
            </a:extLst>
          </p:cNvPr>
          <p:cNvSpPr/>
          <p:nvPr/>
        </p:nvSpPr>
        <p:spPr>
          <a:xfrm>
            <a:off x="7793081" y="5275822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3FB54-9350-523D-D041-D518C9D096DA}"/>
              </a:ext>
            </a:extLst>
          </p:cNvPr>
          <p:cNvSpPr txBox="1"/>
          <p:nvPr/>
        </p:nvSpPr>
        <p:spPr>
          <a:xfrm>
            <a:off x="8042593" y="44632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인터파크</a:t>
            </a:r>
          </a:p>
        </p:txBody>
      </p:sp>
    </p:spTree>
    <p:extLst>
      <p:ext uri="{BB962C8B-B14F-4D97-AF65-F5344CB8AC3E}">
        <p14:creationId xmlns:p14="http://schemas.microsoft.com/office/powerpoint/2010/main" val="407812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5AAD-CE72-74A5-357C-436B92CA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37926-1464-5C26-9C3B-108106E442C5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/>
              <a:t>인터파크</a:t>
            </a:r>
            <a:endParaRPr lang="en-US" altLang="ko-KR" sz="2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858E5-58CF-53FF-ECF3-B62AE6669941}"/>
              </a:ext>
            </a:extLst>
          </p:cNvPr>
          <p:cNvSpPr txBox="1"/>
          <p:nvPr/>
        </p:nvSpPr>
        <p:spPr>
          <a:xfrm>
            <a:off x="248803" y="918945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두산</a:t>
            </a:r>
            <a:r>
              <a:rPr lang="en-US" altLang="ko-KR" dirty="0"/>
              <a:t>, </a:t>
            </a:r>
            <a:r>
              <a:rPr lang="ko-KR" altLang="en-US" dirty="0"/>
              <a:t>키움 </a:t>
            </a:r>
            <a:r>
              <a:rPr lang="en-US" altLang="ko-KR" dirty="0"/>
              <a:t>(</a:t>
            </a:r>
            <a:r>
              <a:rPr lang="ko-KR" altLang="en-US" dirty="0"/>
              <a:t>지류</a:t>
            </a:r>
            <a:r>
              <a:rPr lang="en-US" altLang="ko-K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D5320-A2D4-F709-16C0-07A11DEB77D5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EB50698-D173-ECE8-DC1C-37649A903405}"/>
              </a:ext>
            </a:extLst>
          </p:cNvPr>
          <p:cNvSpPr/>
          <p:nvPr/>
        </p:nvSpPr>
        <p:spPr>
          <a:xfrm>
            <a:off x="1449773" y="2228668"/>
            <a:ext cx="6849479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A880BF-824C-17AF-0415-118946138E89}"/>
              </a:ext>
            </a:extLst>
          </p:cNvPr>
          <p:cNvSpPr txBox="1"/>
          <p:nvPr/>
        </p:nvSpPr>
        <p:spPr>
          <a:xfrm>
            <a:off x="3025174" y="2560476"/>
            <a:ext cx="43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예매번호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휴대폰 번호 뒤 </a:t>
            </a:r>
            <a:r>
              <a:rPr lang="en-US" altLang="ko-KR" b="1" u="sng" dirty="0"/>
              <a:t>4</a:t>
            </a:r>
            <a:r>
              <a:rPr lang="ko-KR" altLang="en-US" b="1" u="sng" dirty="0"/>
              <a:t>자리</a:t>
            </a:r>
            <a:r>
              <a:rPr lang="ko-KR" altLang="en-US" dirty="0"/>
              <a:t> 전달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CB6F9B-A5F1-8DF3-551F-D38F73168867}"/>
              </a:ext>
            </a:extLst>
          </p:cNvPr>
          <p:cNvSpPr txBox="1"/>
          <p:nvPr/>
        </p:nvSpPr>
        <p:spPr>
          <a:xfrm>
            <a:off x="4320514" y="18448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8EB2A2-121F-8E60-229D-7932AD9D2E04}"/>
              </a:ext>
            </a:extLst>
          </p:cNvPr>
          <p:cNvSpPr txBox="1"/>
          <p:nvPr/>
        </p:nvSpPr>
        <p:spPr>
          <a:xfrm>
            <a:off x="248803" y="3850734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D175919-0D94-D682-7757-DE00280F9F5F}"/>
              </a:ext>
            </a:extLst>
          </p:cNvPr>
          <p:cNvSpPr/>
          <p:nvPr/>
        </p:nvSpPr>
        <p:spPr>
          <a:xfrm>
            <a:off x="611163" y="4840008"/>
            <a:ext cx="6561570" cy="10356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CB833-6627-714E-27F0-71CB3EDBD696}"/>
              </a:ext>
            </a:extLst>
          </p:cNvPr>
          <p:cNvSpPr txBox="1"/>
          <p:nvPr/>
        </p:nvSpPr>
        <p:spPr>
          <a:xfrm>
            <a:off x="3337950" y="44525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12BB374-C89B-05EE-FB5E-6B3D51AA5114}"/>
              </a:ext>
            </a:extLst>
          </p:cNvPr>
          <p:cNvSpPr/>
          <p:nvPr/>
        </p:nvSpPr>
        <p:spPr>
          <a:xfrm>
            <a:off x="7825950" y="5260197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9A510-3468-F35E-02CB-40006D92D13B}"/>
              </a:ext>
            </a:extLst>
          </p:cNvPr>
          <p:cNvSpPr txBox="1"/>
          <p:nvPr/>
        </p:nvSpPr>
        <p:spPr>
          <a:xfrm>
            <a:off x="2048746" y="5173150"/>
            <a:ext cx="43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예매번호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휴대폰 번호 뒤 </a:t>
            </a:r>
            <a:r>
              <a:rPr lang="en-US" altLang="ko-KR" b="1" u="sng" dirty="0"/>
              <a:t>4</a:t>
            </a:r>
            <a:r>
              <a:rPr lang="ko-KR" altLang="en-US" b="1" u="sng" dirty="0"/>
              <a:t>자리</a:t>
            </a:r>
            <a:r>
              <a:rPr lang="ko-KR" altLang="en-US" dirty="0"/>
              <a:t> 수령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51FF2-1895-C8F1-A375-00DCA7040B82}"/>
              </a:ext>
            </a:extLst>
          </p:cNvPr>
          <p:cNvSpPr txBox="1"/>
          <p:nvPr/>
        </p:nvSpPr>
        <p:spPr>
          <a:xfrm>
            <a:off x="8836753" y="517315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현장 발권</a:t>
            </a:r>
          </a:p>
        </p:txBody>
      </p:sp>
    </p:spTree>
    <p:extLst>
      <p:ext uri="{BB962C8B-B14F-4D97-AF65-F5344CB8AC3E}">
        <p14:creationId xmlns:p14="http://schemas.microsoft.com/office/powerpoint/2010/main" val="187528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CBED-B7EB-964A-183D-93166F1C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675357-13E2-AE4F-F6CA-C7EE71651CC8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/>
              <a:t>티켓링크</a:t>
            </a:r>
            <a:endParaRPr lang="en-US" altLang="ko-KR" sz="2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776A2-62DF-2C6D-A8EF-9354915ADB5F}"/>
              </a:ext>
            </a:extLst>
          </p:cNvPr>
          <p:cNvSpPr txBox="1"/>
          <p:nvPr/>
        </p:nvSpPr>
        <p:spPr>
          <a:xfrm>
            <a:off x="311574" y="918945"/>
            <a:ext cx="495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LG, SSG, KIA, KT,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삼성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한화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0F3B9-949C-DB30-EF6E-4DDAB3D92B32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A8D6498-E2B5-478C-9D28-0B2865B57B52}"/>
              </a:ext>
            </a:extLst>
          </p:cNvPr>
          <p:cNvSpPr/>
          <p:nvPr/>
        </p:nvSpPr>
        <p:spPr>
          <a:xfrm>
            <a:off x="376276" y="2494899"/>
            <a:ext cx="2715506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21F629-DA92-50A1-D8BB-7EBFC2153857}"/>
              </a:ext>
            </a:extLst>
          </p:cNvPr>
          <p:cNvSpPr txBox="1"/>
          <p:nvPr/>
        </p:nvSpPr>
        <p:spPr>
          <a:xfrm>
            <a:off x="1145174" y="2836644"/>
            <a:ext cx="129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번호 교환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023D3-E32A-B90F-6A33-87CF5F151D5A}"/>
              </a:ext>
            </a:extLst>
          </p:cNvPr>
          <p:cNvSpPr txBox="1"/>
          <p:nvPr/>
        </p:nvSpPr>
        <p:spPr>
          <a:xfrm>
            <a:off x="1145174" y="21033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77A55-57A3-7975-5D37-7272EA6A4AC4}"/>
              </a:ext>
            </a:extLst>
          </p:cNvPr>
          <p:cNvSpPr txBox="1"/>
          <p:nvPr/>
        </p:nvSpPr>
        <p:spPr>
          <a:xfrm>
            <a:off x="248803" y="4225165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0893FC2-B355-6687-0DE9-9EAED71DB31D}"/>
              </a:ext>
            </a:extLst>
          </p:cNvPr>
          <p:cNvSpPr/>
          <p:nvPr/>
        </p:nvSpPr>
        <p:spPr>
          <a:xfrm>
            <a:off x="3083113" y="4970219"/>
            <a:ext cx="2533781" cy="10356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AD5488-B2E8-6AAC-5437-3D6CC947ED4E}"/>
              </a:ext>
            </a:extLst>
          </p:cNvPr>
          <p:cNvSpPr txBox="1"/>
          <p:nvPr/>
        </p:nvSpPr>
        <p:spPr>
          <a:xfrm>
            <a:off x="3796005" y="45789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티켓링크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58BAE090-88D7-F13F-33C0-B2F6161D6B81}"/>
              </a:ext>
            </a:extLst>
          </p:cNvPr>
          <p:cNvSpPr/>
          <p:nvPr/>
        </p:nvSpPr>
        <p:spPr>
          <a:xfrm>
            <a:off x="2120729" y="5423862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060588-86E1-216C-C07E-F16608A9255C}"/>
              </a:ext>
            </a:extLst>
          </p:cNvPr>
          <p:cNvSpPr txBox="1"/>
          <p:nvPr/>
        </p:nvSpPr>
        <p:spPr>
          <a:xfrm>
            <a:off x="3662883" y="5303361"/>
            <a:ext cx="157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바코드 확인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60709-7FDB-9F51-4937-7DE745B936B6}"/>
              </a:ext>
            </a:extLst>
          </p:cNvPr>
          <p:cNvSpPr txBox="1"/>
          <p:nvPr/>
        </p:nvSpPr>
        <p:spPr>
          <a:xfrm>
            <a:off x="550299" y="536945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문자 수령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8B33D01-4CA5-8107-D1B5-E8C21B6CD77E}"/>
              </a:ext>
            </a:extLst>
          </p:cNvPr>
          <p:cNvSpPr/>
          <p:nvPr/>
        </p:nvSpPr>
        <p:spPr>
          <a:xfrm>
            <a:off x="3612917" y="2909210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DAD0B0F-E815-579D-FC89-8319F040FDC1}"/>
              </a:ext>
            </a:extLst>
          </p:cNvPr>
          <p:cNvSpPr/>
          <p:nvPr/>
        </p:nvSpPr>
        <p:spPr>
          <a:xfrm>
            <a:off x="4510247" y="2491706"/>
            <a:ext cx="6767353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D6BDA-6EF8-F537-342D-AAF37E4F0892}"/>
              </a:ext>
            </a:extLst>
          </p:cNvPr>
          <p:cNvSpPr txBox="1"/>
          <p:nvPr/>
        </p:nvSpPr>
        <p:spPr>
          <a:xfrm>
            <a:off x="7281477" y="21372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티켓링크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377BDB-E9A7-A7A7-ECC2-3C60A763771B}"/>
              </a:ext>
            </a:extLst>
          </p:cNvPr>
          <p:cNvSpPr txBox="1"/>
          <p:nvPr/>
        </p:nvSpPr>
        <p:spPr>
          <a:xfrm>
            <a:off x="5038176" y="2830474"/>
            <a:ext cx="190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스마트티켓 발권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A0B0141-565C-DDAD-08EA-739FF5EA12F6}"/>
              </a:ext>
            </a:extLst>
          </p:cNvPr>
          <p:cNvSpPr/>
          <p:nvPr/>
        </p:nvSpPr>
        <p:spPr>
          <a:xfrm>
            <a:off x="7471654" y="2909210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E4FAB-BE47-9BBD-809A-3D05DC5DF435}"/>
              </a:ext>
            </a:extLst>
          </p:cNvPr>
          <p:cNvSpPr txBox="1"/>
          <p:nvPr/>
        </p:nvSpPr>
        <p:spPr>
          <a:xfrm>
            <a:off x="8246314" y="2823514"/>
            <a:ext cx="303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판매자 연락처로 선물</a:t>
            </a:r>
            <a:r>
              <a:rPr lang="ko-KR" altLang="en-US" dirty="0"/>
              <a:t>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836087-932F-4BA7-8A84-882D1E3F04C2}"/>
              </a:ext>
            </a:extLst>
          </p:cNvPr>
          <p:cNvSpPr txBox="1"/>
          <p:nvPr/>
        </p:nvSpPr>
        <p:spPr>
          <a:xfrm>
            <a:off x="6096000" y="4209642"/>
            <a:ext cx="283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스마트티켓 발권 시간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graphicFrame>
        <p:nvGraphicFramePr>
          <p:cNvPr id="13" name="표 15">
            <a:extLst>
              <a:ext uri="{FF2B5EF4-FFF2-40B4-BE49-F238E27FC236}">
                <a16:creationId xmlns:a16="http://schemas.microsoft.com/office/drawing/2014/main" id="{D4A132D0-67A3-45BA-84BB-0D8DE2B9A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93369"/>
              </p:ext>
            </p:extLst>
          </p:nvPr>
        </p:nvGraphicFramePr>
        <p:xfrm>
          <a:off x="6200318" y="4813195"/>
          <a:ext cx="545381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0012">
                  <a:extLst>
                    <a:ext uri="{9D8B030D-6E8A-4147-A177-3AD203B41FA5}">
                      <a16:colId xmlns:a16="http://schemas.microsoft.com/office/drawing/2014/main" val="245779451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8709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1864AB"/>
                          </a:solidFill>
                          <a:effectLst/>
                        </a:rPr>
                        <a:t>KT, </a:t>
                      </a:r>
                      <a:r>
                        <a:rPr lang="ko-KR" altLang="en-US" sz="1400" b="0" dirty="0">
                          <a:solidFill>
                            <a:srgbClr val="1864AB"/>
                          </a:solidFill>
                          <a:effectLst/>
                        </a:rPr>
                        <a:t>삼성</a:t>
                      </a:r>
                      <a:r>
                        <a:rPr lang="en-US" altLang="ko-KR" sz="1400" b="0" dirty="0">
                          <a:solidFill>
                            <a:srgbClr val="1864AB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1864AB"/>
                          </a:solidFill>
                          <a:effectLst/>
                        </a:rPr>
                        <a:t>한화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rgbClr val="495057"/>
                          </a:solidFill>
                          <a:effectLst/>
                        </a:rPr>
                        <a:t>예매 직후 발권</a:t>
                      </a:r>
                      <a:r>
                        <a:rPr lang="en-US" altLang="ko-KR" sz="1400">
                          <a:solidFill>
                            <a:srgbClr val="495057"/>
                          </a:solidFill>
                          <a:effectLst/>
                        </a:rPr>
                        <a:t>/</a:t>
                      </a:r>
                      <a:r>
                        <a:rPr lang="ko-KR" altLang="en-US" sz="1400">
                          <a:solidFill>
                            <a:srgbClr val="495057"/>
                          </a:solidFill>
                          <a:effectLst/>
                        </a:rPr>
                        <a:t>선물 가능</a:t>
                      </a:r>
                    </a:p>
                  </a:txBody>
                  <a:tcPr marL="60960" marR="60960" marT="38100" marB="38100" anchor="ctr"/>
                </a:tc>
                <a:extLst>
                  <a:ext uri="{0D108BD9-81ED-4DB2-BD59-A6C34878D82A}">
                    <a16:rowId xmlns:a16="http://schemas.microsoft.com/office/drawing/2014/main" val="348297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864AB"/>
                          </a:solidFill>
                          <a:effectLst/>
                        </a:rPr>
                        <a:t>SSG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solidFill>
                            <a:srgbClr val="495057"/>
                          </a:solidFill>
                          <a:effectLst/>
                        </a:rPr>
                        <a:t>경기 </a:t>
                      </a:r>
                      <a:r>
                        <a:rPr lang="en-US" altLang="ko-KR" sz="1400" dirty="0">
                          <a:solidFill>
                            <a:srgbClr val="495057"/>
                          </a:solidFill>
                          <a:effectLst/>
                        </a:rPr>
                        <a:t>4</a:t>
                      </a:r>
                      <a:r>
                        <a:rPr lang="ko-KR" altLang="en-US" sz="1400" dirty="0">
                          <a:solidFill>
                            <a:srgbClr val="495057"/>
                          </a:solidFill>
                          <a:effectLst/>
                        </a:rPr>
                        <a:t>시간 전 스마트 티켓 발권</a:t>
                      </a:r>
                      <a:r>
                        <a:rPr lang="en-US" altLang="ko-KR" sz="1400" dirty="0">
                          <a:solidFill>
                            <a:srgbClr val="495057"/>
                          </a:solidFill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rgbClr val="495057"/>
                          </a:solidFill>
                          <a:effectLst/>
                        </a:rPr>
                        <a:t>선물 가능</a:t>
                      </a:r>
                    </a:p>
                  </a:txBody>
                  <a:tcPr marL="60960" marR="60960" marT="38100" marB="38100" anchor="ctr"/>
                </a:tc>
                <a:extLst>
                  <a:ext uri="{0D108BD9-81ED-4DB2-BD59-A6C34878D82A}">
                    <a16:rowId xmlns:a16="http://schemas.microsoft.com/office/drawing/2014/main" val="1498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864AB"/>
                          </a:solidFill>
                          <a:effectLst/>
                        </a:rPr>
                        <a:t>KIA, 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solidFill>
                            <a:srgbClr val="495057"/>
                          </a:solidFill>
                          <a:effectLst/>
                        </a:rPr>
                        <a:t>경기 </a:t>
                      </a:r>
                      <a:r>
                        <a:rPr lang="en-US" altLang="ko-KR" sz="1400" dirty="0">
                          <a:solidFill>
                            <a:srgbClr val="495057"/>
                          </a:solidFill>
                          <a:effectLst/>
                        </a:rPr>
                        <a:t>2</a:t>
                      </a:r>
                      <a:r>
                        <a:rPr lang="ko-KR" altLang="en-US" sz="1400" dirty="0">
                          <a:solidFill>
                            <a:srgbClr val="495057"/>
                          </a:solidFill>
                          <a:effectLst/>
                        </a:rPr>
                        <a:t>시간 전 스마트 티켓 발권</a:t>
                      </a:r>
                      <a:r>
                        <a:rPr lang="en-US" altLang="ko-KR" sz="1400" dirty="0">
                          <a:solidFill>
                            <a:srgbClr val="495057"/>
                          </a:solidFill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rgbClr val="495057"/>
                          </a:solidFill>
                          <a:effectLst/>
                        </a:rPr>
                        <a:t>선물 가능</a:t>
                      </a:r>
                    </a:p>
                  </a:txBody>
                  <a:tcPr marL="60960" marR="60960" marT="38100" marB="38100" anchor="ctr"/>
                </a:tc>
                <a:extLst>
                  <a:ext uri="{0D108BD9-81ED-4DB2-BD59-A6C34878D82A}">
                    <a16:rowId xmlns:a16="http://schemas.microsoft.com/office/drawing/2014/main" val="56095703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02B0668-DB27-4D70-B43C-94E63D8DD914}"/>
              </a:ext>
            </a:extLst>
          </p:cNvPr>
          <p:cNvSpPr txBox="1"/>
          <p:nvPr/>
        </p:nvSpPr>
        <p:spPr>
          <a:xfrm>
            <a:off x="6018625" y="1046141"/>
            <a:ext cx="3743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티켓링크 앱에서 선물하기 눌러야</a:t>
            </a:r>
          </a:p>
        </p:txBody>
      </p:sp>
    </p:spTree>
    <p:extLst>
      <p:ext uri="{BB962C8B-B14F-4D97-AF65-F5344CB8AC3E}">
        <p14:creationId xmlns:p14="http://schemas.microsoft.com/office/powerpoint/2010/main" val="242173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2E81-EBB8-A129-D32D-92C0AF85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936E4A-6937-C6FE-5EDD-1EE27AC4B47B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/>
              <a:t>티켓링크</a:t>
            </a:r>
            <a:endParaRPr lang="en-US" altLang="ko-KR" sz="2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ABD1D-D9E3-B82D-292D-C0EB8E7AC19E}"/>
              </a:ext>
            </a:extLst>
          </p:cNvPr>
          <p:cNvSpPr txBox="1"/>
          <p:nvPr/>
        </p:nvSpPr>
        <p:spPr>
          <a:xfrm>
            <a:off x="248803" y="918945"/>
            <a:ext cx="365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LG, SSG, KIA, KT,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삼성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한화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지류</a:t>
            </a:r>
            <a:r>
              <a:rPr lang="en-US" altLang="ko-K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561A7-7DDF-9A3D-53A5-741D1F531272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21BF222-CA8D-5983-62E7-C26E36138154}"/>
              </a:ext>
            </a:extLst>
          </p:cNvPr>
          <p:cNvSpPr/>
          <p:nvPr/>
        </p:nvSpPr>
        <p:spPr>
          <a:xfrm>
            <a:off x="376275" y="2494899"/>
            <a:ext cx="7941677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81AC0-DF74-A320-151D-8296FB75DEF4}"/>
              </a:ext>
            </a:extLst>
          </p:cNvPr>
          <p:cNvSpPr txBox="1"/>
          <p:nvPr/>
        </p:nvSpPr>
        <p:spPr>
          <a:xfrm>
            <a:off x="1145174" y="2836644"/>
            <a:ext cx="6503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생년월일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휴대폰</a:t>
            </a:r>
            <a:r>
              <a:rPr lang="ko-KR" altLang="en-US" b="1" dirty="0"/>
              <a:t> </a:t>
            </a:r>
            <a:r>
              <a:rPr lang="en-US" altLang="ko-KR" b="1" dirty="0"/>
              <a:t>or </a:t>
            </a:r>
            <a:r>
              <a:rPr lang="ko-KR" altLang="en-US" b="1" u="sng" dirty="0"/>
              <a:t>생년월일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예매번호</a:t>
            </a:r>
            <a:r>
              <a:rPr lang="ko-KR" altLang="en-US" b="1" dirty="0"/>
              <a:t> </a:t>
            </a:r>
            <a:r>
              <a:rPr lang="en-US" altLang="ko-KR" b="1" dirty="0"/>
              <a:t>or </a:t>
            </a:r>
            <a:r>
              <a:rPr lang="ko-KR" altLang="en-US" b="1" u="sng" dirty="0"/>
              <a:t>바코드 사진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01D9C-EF14-E5BD-01E9-0D06C5BB3688}"/>
              </a:ext>
            </a:extLst>
          </p:cNvPr>
          <p:cNvSpPr txBox="1"/>
          <p:nvPr/>
        </p:nvSpPr>
        <p:spPr>
          <a:xfrm>
            <a:off x="3793115" y="21117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BB455B-E109-7B72-3A29-7FF75F4B5A1E}"/>
              </a:ext>
            </a:extLst>
          </p:cNvPr>
          <p:cNvSpPr txBox="1"/>
          <p:nvPr/>
        </p:nvSpPr>
        <p:spPr>
          <a:xfrm>
            <a:off x="248803" y="4225165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C8B56AC-6E8B-C44B-C157-762DD0B77138}"/>
              </a:ext>
            </a:extLst>
          </p:cNvPr>
          <p:cNvSpPr/>
          <p:nvPr/>
        </p:nvSpPr>
        <p:spPr>
          <a:xfrm>
            <a:off x="376275" y="5117594"/>
            <a:ext cx="7941677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AF048-6F82-8784-6E75-2AD66BB57A3D}"/>
              </a:ext>
            </a:extLst>
          </p:cNvPr>
          <p:cNvSpPr txBox="1"/>
          <p:nvPr/>
        </p:nvSpPr>
        <p:spPr>
          <a:xfrm>
            <a:off x="1145174" y="5459339"/>
            <a:ext cx="6503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생년월일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휴대폰</a:t>
            </a:r>
            <a:r>
              <a:rPr lang="ko-KR" altLang="en-US" b="1" dirty="0"/>
              <a:t> </a:t>
            </a:r>
            <a:r>
              <a:rPr lang="en-US" altLang="ko-KR" b="1" dirty="0"/>
              <a:t>or </a:t>
            </a:r>
            <a:r>
              <a:rPr lang="ko-KR" altLang="en-US" b="1" u="sng" dirty="0"/>
              <a:t>생년월일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예매번호</a:t>
            </a:r>
            <a:r>
              <a:rPr lang="ko-KR" altLang="en-US" b="1" dirty="0"/>
              <a:t> </a:t>
            </a:r>
            <a:r>
              <a:rPr lang="en-US" altLang="ko-KR" b="1" dirty="0"/>
              <a:t>or </a:t>
            </a:r>
            <a:r>
              <a:rPr lang="ko-KR" altLang="en-US" b="1" u="sng" dirty="0"/>
              <a:t>바코드 사진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19349-24AF-361A-746B-8C2694992000}"/>
              </a:ext>
            </a:extLst>
          </p:cNvPr>
          <p:cNvSpPr txBox="1"/>
          <p:nvPr/>
        </p:nvSpPr>
        <p:spPr>
          <a:xfrm>
            <a:off x="3793115" y="47344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01103C-C466-63D7-57C6-070DAE0949BD}"/>
              </a:ext>
            </a:extLst>
          </p:cNvPr>
          <p:cNvSpPr txBox="1"/>
          <p:nvPr/>
        </p:nvSpPr>
        <p:spPr>
          <a:xfrm>
            <a:off x="9460490" y="544940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현장 발권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C869C90-87A6-3B60-7723-0AE9CB87BE40}"/>
              </a:ext>
            </a:extLst>
          </p:cNvPr>
          <p:cNvSpPr/>
          <p:nvPr/>
        </p:nvSpPr>
        <p:spPr>
          <a:xfrm>
            <a:off x="8791113" y="5521968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10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6DF5-6F90-A54E-704A-1E40469FE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848606-8D1A-81C4-8987-B96872C0C385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 err="1"/>
              <a:t>롯데자이언츠</a:t>
            </a:r>
            <a:endParaRPr lang="en-US" altLang="ko-KR" sz="2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C15E2-B1B6-7A93-EF0C-E5AFE37EC880}"/>
              </a:ext>
            </a:extLst>
          </p:cNvPr>
          <p:cNvSpPr txBox="1"/>
          <p:nvPr/>
        </p:nvSpPr>
        <p:spPr>
          <a:xfrm>
            <a:off x="248803" y="918945"/>
            <a:ext cx="5755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모바일</a:t>
            </a:r>
            <a:r>
              <a:rPr lang="en-US" altLang="ko-KR" dirty="0"/>
              <a:t>	1) </a:t>
            </a:r>
            <a:r>
              <a:rPr lang="ko-KR" altLang="en-US" dirty="0"/>
              <a:t>아래 방법</a:t>
            </a:r>
            <a:r>
              <a:rPr lang="en-US" altLang="ko-KR" dirty="0"/>
              <a:t>	2) PIN </a:t>
            </a:r>
            <a:r>
              <a:rPr lang="ko-KR" altLang="en-US" dirty="0"/>
              <a:t>번호 교환</a:t>
            </a:r>
            <a:r>
              <a:rPr lang="en-US" altLang="ko-KR" dirty="0"/>
              <a:t>(</a:t>
            </a:r>
            <a:r>
              <a:rPr lang="ko-KR" altLang="en-US" dirty="0" err="1"/>
              <a:t>티켓베이</a:t>
            </a:r>
            <a:r>
              <a:rPr lang="en-US" altLang="ko-K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6F212-100A-E41A-8DF9-2470B06D6352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2BB00E-7960-2872-90D1-A515EE599E38}"/>
              </a:ext>
            </a:extLst>
          </p:cNvPr>
          <p:cNvSpPr/>
          <p:nvPr/>
        </p:nvSpPr>
        <p:spPr>
          <a:xfrm>
            <a:off x="930272" y="2480054"/>
            <a:ext cx="7405649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6BC50-B87D-A1A0-9888-48971C53C6E2}"/>
              </a:ext>
            </a:extLst>
          </p:cNvPr>
          <p:cNvSpPr txBox="1"/>
          <p:nvPr/>
        </p:nvSpPr>
        <p:spPr>
          <a:xfrm>
            <a:off x="3572860" y="2106197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롯데자이언츠</a:t>
            </a:r>
            <a:r>
              <a:rPr lang="ko-KR" altLang="en-US" dirty="0"/>
              <a:t> 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D886B6-E77F-9609-B8F7-E9EE4795053F}"/>
              </a:ext>
            </a:extLst>
          </p:cNvPr>
          <p:cNvSpPr txBox="1"/>
          <p:nvPr/>
        </p:nvSpPr>
        <p:spPr>
          <a:xfrm>
            <a:off x="248803" y="4225165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D6D6CB6-C240-5393-F20D-A71F4F36F320}"/>
              </a:ext>
            </a:extLst>
          </p:cNvPr>
          <p:cNvSpPr/>
          <p:nvPr/>
        </p:nvSpPr>
        <p:spPr>
          <a:xfrm>
            <a:off x="930272" y="5029355"/>
            <a:ext cx="7941677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95F201-11D2-561E-10C7-61B1A0E56000}"/>
              </a:ext>
            </a:extLst>
          </p:cNvPr>
          <p:cNvSpPr txBox="1"/>
          <p:nvPr/>
        </p:nvSpPr>
        <p:spPr>
          <a:xfrm>
            <a:off x="5602888" y="5361163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앱에서 바코드 확인 가능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7FBA4C4B-EE5A-DBD3-B5AF-46A3346C638F}"/>
              </a:ext>
            </a:extLst>
          </p:cNvPr>
          <p:cNvSpPr/>
          <p:nvPr/>
        </p:nvSpPr>
        <p:spPr>
          <a:xfrm>
            <a:off x="4277333" y="5433729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DE6945-AF90-71EC-2E3A-344CB0A5E113}"/>
              </a:ext>
            </a:extLst>
          </p:cNvPr>
          <p:cNvSpPr txBox="1"/>
          <p:nvPr/>
        </p:nvSpPr>
        <p:spPr>
          <a:xfrm>
            <a:off x="1403284" y="2811862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모바일티켓으로 받기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4901973-8EF3-0C36-0AAE-B7E96A3E561D}"/>
              </a:ext>
            </a:extLst>
          </p:cNvPr>
          <p:cNvSpPr/>
          <p:nvPr/>
        </p:nvSpPr>
        <p:spPr>
          <a:xfrm>
            <a:off x="4159795" y="2886526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00412-F65C-2353-BC8C-3E8E58EFEB90}"/>
              </a:ext>
            </a:extLst>
          </p:cNvPr>
          <p:cNvSpPr txBox="1"/>
          <p:nvPr/>
        </p:nvSpPr>
        <p:spPr>
          <a:xfrm>
            <a:off x="4901109" y="2807337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구매자 번호</a:t>
            </a:r>
            <a:r>
              <a:rPr lang="ko-KR" altLang="en-US" dirty="0"/>
              <a:t>에 문자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2B19E-4F4F-6D56-0D23-517CE940BEC8}"/>
              </a:ext>
            </a:extLst>
          </p:cNvPr>
          <p:cNvSpPr txBox="1"/>
          <p:nvPr/>
        </p:nvSpPr>
        <p:spPr>
          <a:xfrm>
            <a:off x="3720641" y="4642502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롯데자이언츠</a:t>
            </a:r>
            <a:r>
              <a:rPr lang="ko-KR" altLang="en-US" dirty="0"/>
              <a:t> 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4AE7F-3AD6-1BD3-8E09-1D3C9CD180E2}"/>
              </a:ext>
            </a:extLst>
          </p:cNvPr>
          <p:cNvSpPr txBox="1"/>
          <p:nvPr/>
        </p:nvSpPr>
        <p:spPr>
          <a:xfrm>
            <a:off x="1165238" y="5361163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받은 문자 링크 클릭</a:t>
            </a:r>
          </a:p>
        </p:txBody>
      </p:sp>
    </p:spTree>
    <p:extLst>
      <p:ext uri="{BB962C8B-B14F-4D97-AF65-F5344CB8AC3E}">
        <p14:creationId xmlns:p14="http://schemas.microsoft.com/office/powerpoint/2010/main" val="276819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88360-A533-12D9-4F5B-A43FEB7D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3C47CB-1E55-75C7-22A0-5453E046175A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 err="1"/>
              <a:t>롯데자이언츠</a:t>
            </a:r>
            <a:endParaRPr lang="en-US" altLang="ko-KR" sz="2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C5DE0-5A43-2D03-B424-B54CCC65C8F8}"/>
              </a:ext>
            </a:extLst>
          </p:cNvPr>
          <p:cNvSpPr txBox="1"/>
          <p:nvPr/>
        </p:nvSpPr>
        <p:spPr>
          <a:xfrm>
            <a:off x="248803" y="9189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지류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859CF3-C7EA-953A-536B-FBD1A7A2B77D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E03A2D9-5A7F-DDB6-E274-B659087D1062}"/>
              </a:ext>
            </a:extLst>
          </p:cNvPr>
          <p:cNvSpPr/>
          <p:nvPr/>
        </p:nvSpPr>
        <p:spPr>
          <a:xfrm>
            <a:off x="2494752" y="2396052"/>
            <a:ext cx="3467487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B0484-6245-4C10-1CB9-6514E52993CD}"/>
              </a:ext>
            </a:extLst>
          </p:cNvPr>
          <p:cNvSpPr txBox="1"/>
          <p:nvPr/>
        </p:nvSpPr>
        <p:spPr>
          <a:xfrm>
            <a:off x="3674497" y="19910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34DAD-E90D-7BCD-3AC6-9258637179CC}"/>
              </a:ext>
            </a:extLst>
          </p:cNvPr>
          <p:cNvSpPr txBox="1"/>
          <p:nvPr/>
        </p:nvSpPr>
        <p:spPr>
          <a:xfrm>
            <a:off x="248803" y="4225165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452C03-28C5-E9FE-97AB-559BFA7AB888}"/>
              </a:ext>
            </a:extLst>
          </p:cNvPr>
          <p:cNvSpPr txBox="1"/>
          <p:nvPr/>
        </p:nvSpPr>
        <p:spPr>
          <a:xfrm>
            <a:off x="2898298" y="2732385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예매번호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생년월일 전달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F0C191-F7A4-1495-6CDB-367CABD24F49}"/>
              </a:ext>
            </a:extLst>
          </p:cNvPr>
          <p:cNvSpPr/>
          <p:nvPr/>
        </p:nvSpPr>
        <p:spPr>
          <a:xfrm>
            <a:off x="2494752" y="5151397"/>
            <a:ext cx="3467487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9DEB5-1BAF-F466-3B6F-01D04324E829}"/>
              </a:ext>
            </a:extLst>
          </p:cNvPr>
          <p:cNvSpPr txBox="1"/>
          <p:nvPr/>
        </p:nvSpPr>
        <p:spPr>
          <a:xfrm>
            <a:off x="3674497" y="47463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티켓베이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C17C6-DEED-24AF-F6E8-C78884B259FD}"/>
              </a:ext>
            </a:extLst>
          </p:cNvPr>
          <p:cNvSpPr txBox="1"/>
          <p:nvPr/>
        </p:nvSpPr>
        <p:spPr>
          <a:xfrm>
            <a:off x="2898298" y="5487730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예매번호 </a:t>
            </a:r>
            <a:r>
              <a:rPr lang="en-US" altLang="ko-KR" b="1" u="sng" dirty="0"/>
              <a:t>+ </a:t>
            </a:r>
            <a:r>
              <a:rPr lang="ko-KR" altLang="en-US" b="1" u="sng" dirty="0"/>
              <a:t>생년월일 수령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DA397-DD85-4CA2-C7BF-73CC50FEA0B3}"/>
              </a:ext>
            </a:extLst>
          </p:cNvPr>
          <p:cNvSpPr txBox="1"/>
          <p:nvPr/>
        </p:nvSpPr>
        <p:spPr>
          <a:xfrm>
            <a:off x="7456254" y="548773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현장 발권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7EB9CA9-19BE-D987-F4B6-6FBED66F3F45}"/>
              </a:ext>
            </a:extLst>
          </p:cNvPr>
          <p:cNvSpPr/>
          <p:nvPr/>
        </p:nvSpPr>
        <p:spPr>
          <a:xfrm>
            <a:off x="6786877" y="5560296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8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9646-D987-2616-9DD1-7E52A3C82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10D2F7-3B1B-1620-DC64-3CF6A692CEA9}"/>
              </a:ext>
            </a:extLst>
          </p:cNvPr>
          <p:cNvSpPr txBox="1"/>
          <p:nvPr/>
        </p:nvSpPr>
        <p:spPr>
          <a:xfrm>
            <a:off x="248803" y="241836"/>
            <a:ext cx="22459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/>
              <a:t>NC</a:t>
            </a:r>
            <a:r>
              <a:rPr lang="ko-KR" altLang="en-US" sz="2600" b="1" dirty="0" err="1"/>
              <a:t>다이노스</a:t>
            </a:r>
            <a:endParaRPr lang="en-US" altLang="ko-KR" sz="2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F4F5F-C31A-AC34-3DA3-B3477F17EAA9}"/>
              </a:ext>
            </a:extLst>
          </p:cNvPr>
          <p:cNvSpPr txBox="1"/>
          <p:nvPr/>
        </p:nvSpPr>
        <p:spPr>
          <a:xfrm>
            <a:off x="248803" y="918945"/>
            <a:ext cx="6678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모바일</a:t>
            </a:r>
            <a:r>
              <a:rPr lang="en-US" altLang="ko-KR" dirty="0"/>
              <a:t>, </a:t>
            </a:r>
            <a:r>
              <a:rPr lang="ko-KR" altLang="en-US" dirty="0"/>
              <a:t>지류</a:t>
            </a:r>
            <a:r>
              <a:rPr lang="en-US" altLang="ko-KR" dirty="0"/>
              <a:t>	1) </a:t>
            </a:r>
            <a:r>
              <a:rPr lang="ko-KR" altLang="en-US" dirty="0"/>
              <a:t>아래 방법</a:t>
            </a:r>
            <a:r>
              <a:rPr lang="en-US" altLang="ko-KR" dirty="0"/>
              <a:t>	2) PIN </a:t>
            </a:r>
            <a:r>
              <a:rPr lang="ko-KR" altLang="en-US" dirty="0"/>
              <a:t>번호 교환</a:t>
            </a:r>
            <a:r>
              <a:rPr lang="en-US" altLang="ko-KR" dirty="0"/>
              <a:t>(</a:t>
            </a:r>
            <a:r>
              <a:rPr lang="ko-KR" altLang="en-US" dirty="0" err="1"/>
              <a:t>티켓베이</a:t>
            </a:r>
            <a:r>
              <a:rPr lang="en-US" altLang="ko-K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1379F-351B-B910-6CAD-3459E21B3BAF}"/>
              </a:ext>
            </a:extLst>
          </p:cNvPr>
          <p:cNvSpPr txBox="1"/>
          <p:nvPr/>
        </p:nvSpPr>
        <p:spPr>
          <a:xfrm>
            <a:off x="248803" y="15015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판매자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CCA8270-E801-4BD3-EEA9-9BB64AFF4D67}"/>
              </a:ext>
            </a:extLst>
          </p:cNvPr>
          <p:cNvSpPr/>
          <p:nvPr/>
        </p:nvSpPr>
        <p:spPr>
          <a:xfrm>
            <a:off x="2220570" y="2480054"/>
            <a:ext cx="6202321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1A7708-BCE9-F7BE-CAEB-105B5F055393}"/>
              </a:ext>
            </a:extLst>
          </p:cNvPr>
          <p:cNvSpPr txBox="1"/>
          <p:nvPr/>
        </p:nvSpPr>
        <p:spPr>
          <a:xfrm>
            <a:off x="4159795" y="2033630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NC</a:t>
            </a:r>
            <a:r>
              <a:rPr lang="ko-KR" altLang="en-US" dirty="0" err="1"/>
              <a:t>다이노스</a:t>
            </a:r>
            <a:r>
              <a:rPr lang="ko-KR" altLang="en-US" dirty="0"/>
              <a:t> 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CFDB4C-2B33-291D-BE0B-399CCDBD7551}"/>
              </a:ext>
            </a:extLst>
          </p:cNvPr>
          <p:cNvSpPr txBox="1"/>
          <p:nvPr/>
        </p:nvSpPr>
        <p:spPr>
          <a:xfrm>
            <a:off x="248803" y="4225165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구매자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14F76DB-EC77-64FA-3CFE-0ECEA44F5531}"/>
              </a:ext>
            </a:extLst>
          </p:cNvPr>
          <p:cNvSpPr/>
          <p:nvPr/>
        </p:nvSpPr>
        <p:spPr>
          <a:xfrm>
            <a:off x="1801666" y="5029355"/>
            <a:ext cx="6823078" cy="10329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60404-2F14-45DE-F8D5-ACE85184C8BE}"/>
              </a:ext>
            </a:extLst>
          </p:cNvPr>
          <p:cNvSpPr txBox="1"/>
          <p:nvPr/>
        </p:nvSpPr>
        <p:spPr>
          <a:xfrm>
            <a:off x="5718493" y="5361162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앱에서 </a:t>
            </a:r>
            <a:r>
              <a:rPr lang="en-US" altLang="ko-KR" dirty="0"/>
              <a:t>PIN </a:t>
            </a:r>
            <a:r>
              <a:rPr lang="ko-KR" altLang="en-US" dirty="0"/>
              <a:t>번호 등록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8988BB6-CDB5-D2BF-8A30-395B39D43AB8}"/>
              </a:ext>
            </a:extLst>
          </p:cNvPr>
          <p:cNvSpPr/>
          <p:nvPr/>
        </p:nvSpPr>
        <p:spPr>
          <a:xfrm>
            <a:off x="4794537" y="5433729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595EB-1DC3-11DE-D91D-2A6BD32EF5CB}"/>
              </a:ext>
            </a:extLst>
          </p:cNvPr>
          <p:cNvSpPr txBox="1"/>
          <p:nvPr/>
        </p:nvSpPr>
        <p:spPr>
          <a:xfrm>
            <a:off x="2494752" y="28139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선물하기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7496D729-429D-8A4F-C86B-03417E15B685}"/>
              </a:ext>
            </a:extLst>
          </p:cNvPr>
          <p:cNvSpPr/>
          <p:nvPr/>
        </p:nvSpPr>
        <p:spPr>
          <a:xfrm>
            <a:off x="4159795" y="2886526"/>
            <a:ext cx="473301" cy="224199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329C3-0B32-C862-26B8-9B7E97874BCD}"/>
              </a:ext>
            </a:extLst>
          </p:cNvPr>
          <p:cNvSpPr txBox="1"/>
          <p:nvPr/>
        </p:nvSpPr>
        <p:spPr>
          <a:xfrm>
            <a:off x="4901109" y="2807337"/>
            <a:ext cx="327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구매자 번호</a:t>
            </a:r>
            <a:r>
              <a:rPr lang="ko-KR" altLang="en-US" dirty="0"/>
              <a:t>에 </a:t>
            </a:r>
            <a:r>
              <a:rPr lang="en-US" altLang="ko-KR" dirty="0"/>
              <a:t>PIN </a:t>
            </a:r>
            <a:r>
              <a:rPr lang="ko-KR" altLang="en-US" dirty="0"/>
              <a:t>번호 전송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0A694-2051-37ED-FC59-A3D2DC7F64D1}"/>
              </a:ext>
            </a:extLst>
          </p:cNvPr>
          <p:cNvSpPr txBox="1"/>
          <p:nvPr/>
        </p:nvSpPr>
        <p:spPr>
          <a:xfrm>
            <a:off x="2036631" y="5361163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PIN </a:t>
            </a:r>
            <a:r>
              <a:rPr lang="ko-KR" altLang="en-US" dirty="0"/>
              <a:t>번호 문자로 수령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68C84-A12D-456C-9B9C-E8C28981D6CE}"/>
              </a:ext>
            </a:extLst>
          </p:cNvPr>
          <p:cNvSpPr txBox="1"/>
          <p:nvPr/>
        </p:nvSpPr>
        <p:spPr>
          <a:xfrm>
            <a:off x="4261120" y="4587455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NC</a:t>
            </a:r>
            <a:r>
              <a:rPr lang="ko-KR" altLang="en-US" dirty="0" err="1"/>
              <a:t>다이노스</a:t>
            </a:r>
            <a:r>
              <a:rPr lang="ko-KR" altLang="en-US" dirty="0"/>
              <a:t> 앱</a:t>
            </a:r>
          </a:p>
        </p:txBody>
      </p:sp>
    </p:spTree>
    <p:extLst>
      <p:ext uri="{BB962C8B-B14F-4D97-AF65-F5344CB8AC3E}">
        <p14:creationId xmlns:p14="http://schemas.microsoft.com/office/powerpoint/2010/main" val="2322832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301</Words>
  <Application>Microsoft Office PowerPoint</Application>
  <PresentationFormat>와이드스크린</PresentationFormat>
  <Paragraphs>81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Hyun Bin</dc:creator>
  <cp:lastModifiedBy>Park Hyun Bin</cp:lastModifiedBy>
  <cp:revision>58</cp:revision>
  <dcterms:created xsi:type="dcterms:W3CDTF">2025-07-17T12:26:31Z</dcterms:created>
  <dcterms:modified xsi:type="dcterms:W3CDTF">2025-07-17T23:31:35Z</dcterms:modified>
</cp:coreProperties>
</file>